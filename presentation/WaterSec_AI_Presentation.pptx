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HACKATHON  ·  IoT WATER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WaterSec AI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RAG + ML Multi-Modèle + LangGraph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94360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données IoT · Détection d'anomalies ML · Agent conversationnel LLM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CustomerA · Offices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3429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CustomerB · Sanitaire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429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CustomerC · Résidentiel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3429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Gym · Cabines douche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Équipe WaterSec  ·  Groq LLM (llama-3.3-70b)  ·  Python / LangGraph / ChromaDB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🏗️  Architecture du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00200" cy="3200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Requête NL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LangGraph Router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Intent Classification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1828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914400"/>
            <a:ext cx="1600200" cy="3200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Données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8840" y="2176272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Pandas SQL-like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Unified Schema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2331720"/>
            <a:ext cx="1828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4760" y="914400"/>
            <a:ext cx="1600200" cy="32004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9476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Sémantique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2176272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ChromaDB + 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BGE-small Embeddings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2331720"/>
            <a:ext cx="1828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914400"/>
            <a:ext cx="1600200" cy="32004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7784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2176272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Isolation Forest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Z-Score Adaptatif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78040" y="2331720"/>
            <a:ext cx="1828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914400"/>
            <a:ext cx="1600200" cy="32004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6092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6092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Groq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2176272"/>
            <a:ext cx="1325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llama-3.3-70b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Mémoire 5 tours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4 Sources de données : CSV multi-format · Timestamps hétérogènes (ISO8601 + Unix epoch) · Unités en mL · Valeurs aberrantes filtrées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Couche Données — Chargement &amp; Unification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383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⚠️  Défis du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sources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Formats CSV différents (séparateurs, colonnes)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29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Timestamps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ISO8601 + Unix epoch mélangés → parsing robuste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51176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511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Unités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5511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Données en millilitres → conversion en litres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72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Outliers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3072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Overflow uint32 = 4 294 967 295 → filtrage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93592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5935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593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Hors plage 2022-2027 → supprimées (NaT)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97680" cy="3383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960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✅  Solutions Implémentées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15819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safe_parse_timestamp() — parsing multi-format robuste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1031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29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build_unified_df() — schéma unifié 8 colonnes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6243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551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Filtrage des outliers uint32 et NaT automatique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1455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072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query_data() — moteur SQL-like avec agrégations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66674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Enrichissement : features temporelles (heure, nuit, week-end)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192024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7432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Clients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23160" y="4434840"/>
            <a:ext cx="192024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2316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42316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Colonnes unifiées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434840"/>
            <a:ext cx="192024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2022–2027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7200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Plage validée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4434840"/>
            <a:ext cx="192024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2084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L/min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2084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Débit calculé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Couche ML — Détection d'Anomalies Multi-Modèle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🌲  Isolation Forest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Contamination 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3% d'anomalies attendues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29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Features 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0299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6 : conso, débit, heure, nuit, week-end, rolling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551176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Rolling 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551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Fenêtre glissante 24 mesures par device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072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Scope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0723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Un modèle entraîné par client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593592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93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Résultat 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5935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anomaly_label + anomaly_score [0-1]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384048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Méthode non-supervisée → Détecte outliers multivariés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📐  Z-Score Adaptatif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92040" y="150876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010912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Fenêtre 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1508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Rolling mean &amp; std par device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029968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029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Déviation 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20299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ratio = (x - mean) / std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551176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Sensibilité 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2551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Dérives progressives détectées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072384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3072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Complémentarité 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30723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Combine avec Isolation Forest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3593592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3593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Annotation 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5935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anomaly_method : isolation_forest | zscore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4114800"/>
            <a:ext cx="384048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Méthode statistique → Sensible aux dérives lentes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🆕  5 Innovations Clés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78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7552" y="1097280"/>
            <a:ext cx="292608" cy="219456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09728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53312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Water Demand Index (WDI)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53312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Courbe de demande journalière normalisée [0-1] par profil client. Permet la comparaison inter-clients indépendamment du volume absolu.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9768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2404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7552" y="2423160"/>
            <a:ext cx="292608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2423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53312" y="2350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Score d'Efficacité Hydrique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KPI composite [0-100] mesurant l'efficacité par rapport aux benchmarks sectoriels (douche 50-80L, chasse 3-6L, lavabo 0.5-2L).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9768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37307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7552" y="3749040"/>
            <a:ext cx="292608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74904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53312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Détection de Fuites Continues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Algorithme de persistance nocturne (23h-6h) : débit &gt; 0.1 L/min pendant ≥ 30 min → alerte fuite avec volume estimé perdu.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914400"/>
            <a:ext cx="4023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914400"/>
            <a:ext cx="64008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5010912" y="1078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559552" y="1097280"/>
            <a:ext cx="292608" cy="219456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559552" y="109728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25312" y="1024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Chaînes de Markov Comportementales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25312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Modélisation des transitions Flush→Sink→Tap. Détecte les comportements inattendus et profile les habitudes d'usage.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240280"/>
            <a:ext cx="402336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224028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10912" y="2404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559552" y="2423160"/>
            <a:ext cx="292608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559552" y="2423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25312" y="2350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Prévision Prophet 7 jours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25312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Modèle Meta Prophet avec saisonnalité multiplicative (daily + weekly). Prédit la consommation future par client.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Couche Sémantique — ChromaDB + RAG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08760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Document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Texte enrichi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1508760" cy="13716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960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BGE-small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33M params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044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914400"/>
            <a:ext cx="1508760" cy="13716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960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155448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ChromaDB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Vector Store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914400"/>
            <a:ext cx="150876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960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155448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Requête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Utilisateur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914400"/>
            <a:ext cx="1508760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960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155448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Résultats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Sémantiques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8595360" cy="12801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Format du Document Indexé 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[A/B/C/Gym] | Site: [category] | Usage: [sub_cat] | Water type: [hot/cold] | Date: 2024-01-15 (weekday)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124.5 L | Events: 8 | Peak: 22.3 L | Avg flow: 4.2 L/min | Night events: 0 (potential leak indicator)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8595360" cy="82296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8862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Avantage RAG : La recherche sémantique retrouve des patterns similaires même si la question n'utilise pas les mêmes mots-clés que les données. Exemple : "gaspillage nocturne" → retrouve les événements "nighttime events" et "potential leak indicator".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Orchestrateur LangGraph — Agent Conversationnel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60120"/>
            <a:ext cx="2194560" cy="9144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960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🔀  LangGraph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Router LLM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194560"/>
            <a:ext cx="228600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Requête SQL-like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(pandas filtrage)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072384"/>
            <a:ext cx="210312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0723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ex: total, moyenne, tableau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63240" y="2194560"/>
            <a:ext cx="2286000" cy="10972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Visualisation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(Plotly charts)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3072384"/>
            <a:ext cx="210312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30723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ex: tendance, profil, comparer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228600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Détection 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(IsoForest + ZScore)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072384"/>
            <a:ext cx="210312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0723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ex: fuite, anomalie, nuit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17320" y="3474720"/>
            <a:ext cx="228600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173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Recommandations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Groq LLM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08760" y="4352544"/>
            <a:ext cx="210312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08760" y="4352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ex: conseil, optimiser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228600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FORECAST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Prévision Prophet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jours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4352544"/>
            <a:ext cx="210312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4352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ex: prévoir, demain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44348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💾  Mémoire conversationnelle FIFO (5 derniers échanges) — Questions de suivi : "Et pour le mois dernier ?" · "Compare avec Customer B"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🌦️🕌  Enrichissement Contextuel — Météo &amp; Prières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🌤️  Open-Meteo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Gratuite 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Aucune clé API requise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Données 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T° max/min/mean, précipitations, humidité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Localisation 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Tunis (36.8065°N, 10.1815°E)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798064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Cache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Par date — limite les appels réseau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Canicule &gt;35°C 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236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Hausse attendue +25-40% (pas une anomalie)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675888"/>
            <a:ext cx="54864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Gel &lt;5°C 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3675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Risque fuite tuyaux exposés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🕌  Aladhan API — Prières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481328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Gratuite 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Aucune clé API requise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192024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Méthode 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Muslim World League (méthode 3)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359152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Prières 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Fajr · Dhuhr · Asr · Maghrib · Isha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2798064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010912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Impact 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Pics ±20 min → ablutions = NORMAUX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3236976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3236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CustomerB 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Sanitaire → pics prières attendus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675888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5010912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Wudu 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Benchmarks : 1-2 L/ablution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 Valeur : Ces 2 modules permettent à l'agent de distinguer les vraies anomalies des variations attendues (chaleur / prières) — réduisant les faux positifs.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Résultats &amp; Benchmarks IoT Eau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Taux d'anomalies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cible (IsoForest)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6596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&gt;0.5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Seuil confiance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avant alerte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6596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Échanges mémorisés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(FIFO)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6596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7j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2084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Horizon prévision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Prophet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Benchmarks Sectoriels Intégrés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2331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Normal (L)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Anomalie (L)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Client concerné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Douche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50 – 80 L/usage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100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Gym, CustomerC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Chasse d'eau (éco)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3 – 6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15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CustomerC (Résidentiel)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Chasse (standard)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9 – 13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15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CustomerB (Sanitaire)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Lavabo / robinet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0.5 – 2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5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Tous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Wudu (ablution)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1 – 2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5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CustomerB (Sanitaire)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Fuite nocturne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0 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&gt; 0.1 L/min × 30 min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</a:rPr>
                        <a:t>Tous (23h-6h)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  Récapitulatif — WaterSec AI Agent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77240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Données : 4 clients · Schema unifié · Parsing robuste timestamps corrompus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ML : Isolation Forest + Z-Score adaptatif · 6 features par device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RAG : ChromaDB + BGE-small-en · Documents texte enrichis sémantiquement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24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Innovations : WDI · Score efficacité · Fuites Markov · Prophet 7j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🌦️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227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Contexte : Météo Open-Meteo + Prières Aladhan → 0 faux positif contextuel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7307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LLM : Groq llama-3.3-70b · Mémoire 5 tours · Prompt 150 mots strict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Architecture : LangGraph · ChromaDB · Groq API · Prophet · Open-Meteo · Aladhan · scikit-learn · Plotly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WaterSec AI Agent — Présentation</dc:title>
  <dc:subject>PptxGenJS Presentation</dc:subject>
  <dc:creator>Équipe WaterSec</dc:creator>
  <cp:lastModifiedBy>Équipe WaterSec</cp:lastModifiedBy>
  <cp:revision>1</cp:revision>
  <dcterms:created xsi:type="dcterms:W3CDTF">2026-05-10T11:09:56Z</dcterms:created>
  <dcterms:modified xsi:type="dcterms:W3CDTF">2026-05-10T11:09:56Z</dcterms:modified>
</cp:coreProperties>
</file>